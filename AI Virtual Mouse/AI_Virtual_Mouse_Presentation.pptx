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Virtual Mouse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dengan Gestur Tangan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822960" y="2468880"/>
            <a:ext cx="1645920" cy="457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7432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copy-paste tutorial sampai rewrite modular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sebuah perjalanan ngoding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Raditya · Pengolahan Citra · Semester 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virtual mouse?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71600" y="2011680"/>
            <a:ext cx="6400800" cy="20116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762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2011680"/>
            <a:ext cx="54864" cy="20116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22860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 kursor pakai tangan.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mouse fisik.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Cuma modal webcam.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34290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Bayangin: presentasi tanpa pencet apa pun.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Atau bantu orang yang susah gerakin mouse.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Virtual Mouse — Pengolahan Citra — Semester 6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Mulai dari mana?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28800" y="2011680"/>
            <a:ext cx="5486400" cy="16459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967740000" dist="483870000" dir="486000000000">
              <a:srgbClr val="000000">
                <a:alpha val="30000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103120" y="2194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Murtaza's Workshop — YouTube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03120" y="26060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Virtual Mouse | OpenCV Python"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843.000+ views · tutorial 1 jam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3291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cuma 140 baris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 MediaPipe + OpenCV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Keliatannya... gampang?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Virtual Mouse — Pengolahan Citra — Semester 6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1: Copy-paste tutorial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Webcam  →  🤲  Deteksi Tangan  →  👆  Gestur  →  🞱  Kursor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74720" y="3200400"/>
            <a:ext cx="2194560" cy="5486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0" y="3200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Jalan! Kursor gerak.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...tapi ada yang aneh.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Virtual Mouse — Pengolahan Citra — Semester 6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 #1 — Scroll nggak jalan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71600" y="2011680"/>
            <a:ext cx="6400800" cy="13716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2290298000000" dist="6145149000000" dir="29160000000000000">
              <a:srgbClr val="000000">
                <a:alpha val="3000000000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2011680"/>
            <a:ext cx="54864" cy="137160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21488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tutorial pake autopy.mouse.toggle()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simulasi scroll...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tapi toggle() itu "tahan tombol",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scroll beneran.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3657600"/>
            <a:ext cx="6400800" cy="731520"/>
          </a:xfrm>
          <a:prstGeom prst="rect">
            <a:avLst/>
          </a:prstGeom>
          <a:solidFill>
            <a:srgbClr val="1B3622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3749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Fix: </a:t>
            </a:r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Panggil langsung Windows API pakai ctypes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mouse_event(MOUSEEVENTF_WHEEL, ...)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Virtual Mouse — Pengolahan Citra — Semester 6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 #2 — Kursor kebalik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926080" cy="20116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57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⬅  tangan kiri  →  layar kanan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749040" y="2560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303520" y="2011680"/>
            <a:ext cx="2926080" cy="2011680"/>
          </a:xfrm>
          <a:prstGeom prst="rect">
            <a:avLst/>
          </a:prstGeom>
          <a:solidFill>
            <a:srgbClr val="1B3622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0" y="2057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flip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0" y="29260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⬅  tangan kiri  ←  layar kiri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cv2.flip(img, 1) — mirror kamera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Hapus rumus wScr - clocX — langsung pake koordinat asli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Virtual Mouse — Pengolahan Citra — Semester 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 #3 — Jempol unreliable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474720" cy="1645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945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👈  Tangan kanan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jempol di kiri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tip[4].x &gt; tip[3].x  →  ✔ terdeteksi naik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2011680"/>
            <a:ext cx="3474720" cy="1645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21945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 Tangan kiri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jempol di kanan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3017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tip[4].x &gt; tip[3].x  →  ✖ gagal deteksi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7680960" cy="548640"/>
          </a:xfrm>
          <a:prstGeom prst="rect">
            <a:avLst/>
          </a:prstGeom>
          <a:solidFill>
            <a:srgbClr val="1B3622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886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Fix: </a:t>
            </a:r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Abaikan jempol. Pattern matching pakai None (wildcard).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Semua gesture cuma lihat 4 jari: telunjuk, tengah, manis, kelingking.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Virtual Mouse — Pengolahan Citra — Semester 6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Gesture-nya kurang lengkap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474720" cy="20116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48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cuma punya 4 gesture: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Click (pinch telunjuk-tengah)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Click (5 jari naik semua)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(toggle — nggak bener)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2011680"/>
            <a:ext cx="3474720" cy="2011680"/>
          </a:xfrm>
          <a:prstGeom prst="rect">
            <a:avLst/>
          </a:prstGeom>
          <a:solidFill>
            <a:srgbClr val="1B3622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2148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 perbaikan punya 6 gesture: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0" y="24688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Click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Click (pinch telunjuk-manis)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(kepalan — geser cursor)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(scroll wheel beneran)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Virtual Mouse — Pengolahan Citra — Semester 6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diperbaiki satu-satu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fine-tuning: 6 bug fixed, 2 gesture baru ditambah.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840480" cy="53035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9397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37360" y="20939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toggle()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834640" y="209397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ctypes wheel API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00600" y="2057400"/>
            <a:ext cx="3840480" cy="53035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209397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Kamera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897880" y="20939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Kursor kebalik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995160" y="209397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cv2.flip + direct coords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2715768"/>
            <a:ext cx="3840480" cy="53035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75234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Jempol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75234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Tergantung tangan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834640" y="27523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Abaikan (wildcard)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00600" y="2715768"/>
            <a:ext cx="3840480" cy="53035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75234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Click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897880" y="275234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jari — susah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95160" y="27523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jari + pinch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" y="3374136"/>
            <a:ext cx="3840480" cy="53035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41071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737360" y="341071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Nggak ada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834640" y="34107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Kepalan + anchor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00600" y="3374136"/>
            <a:ext cx="3840480" cy="53035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341071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logic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97880" y="341071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tiap frame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95160" y="34107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Edge-triggered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" y="4032504"/>
            <a:ext cx="3840480" cy="53035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0690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737360" y="40690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40px — kurang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834640" y="40690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28px (click), 34px (right)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00600" y="4032504"/>
            <a:ext cx="3840480" cy="53035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4" name="Text 32"/>
          <p:cNvSpPr/>
          <p:nvPr/>
        </p:nvSpPr>
        <p:spPr>
          <a:xfrm>
            <a:off x="4892040" y="40690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897880" y="40690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hold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95160" y="40690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center boundary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Sekarang kode udah jalan lebih baik. Tapi...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Virtual Mouse — Pengolahan Citra — Semester 6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Terus... kenapa masih nggak enak dipakai?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71600" y="2011680"/>
            <a:ext cx="6400800" cy="22860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56086784600000000" dist="78043392300000000" dir="1.7496e+21">
              <a:srgbClr val="000000">
                <a:alpha val="300000000000000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2011680"/>
            <a:ext cx="54864" cy="228600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2194560"/>
            <a:ext cx="5486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Coba drag file...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 kursor loncat pas kepalan kendor dikit.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Coba klik...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Tiap frame nge-klik terus — spam click.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Pindah gesture...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frame flicker, mode langsung ganti.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Virtual Mouse — Pengolahan Citra — Semester 6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Masalahnya: nggak ada "state"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frame diproses sendiri-sendiri.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ini - frame sebelumnya = semua lupa.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2560320"/>
            <a:ext cx="219456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65176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1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gesture: drag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OK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154680" y="2926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0" y="2560320"/>
            <a:ext cx="2194560" cy="1371600"/>
          </a:xfrm>
          <a:prstGeom prst="rect">
            <a:avLst/>
          </a:prstGeom>
          <a:solidFill>
            <a:srgbClr val="000000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265176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2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gesture: ???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(flicker)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97880" y="2926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0" y="2560320"/>
            <a:ext cx="219456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65176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3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gesture: move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GANTI!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22452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Butuh: </a:t>
            </a:r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Debounce — tunggu beberapa frame dulu sebelum ganti gesture.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Hysteresis — ada batas ON beda sama batas OFF.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State machine — ingat gesture sebelumnya.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Virtual Mouse — Pengolahan Citra — Semester 6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Plus... kode-nya nggak bisa dites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7680960" cy="15544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.98230216442e+21" dist="991151082210000000000" dir="1.04976e+26">
              <a:srgbClr val="000000">
                <a:alpha val="3e+24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9456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logic dalam satu main loop.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detection + coordinate mapping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mouse control + FPS counter...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campur jadi satu di satu file yang sama.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7680960" cy="6400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8862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Ganti threshold? Edit kode. Tes lagi manual.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Tambah gesture? Rewrite logic. Bisa ngerusak yang lain.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Yakin gesture classifier-nya bener? Nggak bisa unit test.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Virtual Mouse — Pengolahan Citra — Semester 6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0"/>
            <a:ext cx="7680960" cy="54864"/>
          </a:xfrm>
          <a:prstGeom prst="rect">
            <a:avLst/>
          </a:prstGeom>
          <a:solidFill>
            <a:srgbClr val="A371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"Masalahnya bukan di gesture-nya.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i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Masalahnya di struktur kodenya."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3108960"/>
            <a:ext cx="7680960" cy="54864"/>
          </a:xfrm>
          <a:prstGeom prst="rect">
            <a:avLst/>
          </a:prstGeom>
          <a:solidFill>
            <a:srgbClr val="A371F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4747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Butuh rewrite total.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Pisahin tanggung jawab ke modul-modul kecil.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Virtual Mouse — Pengolahan Citra — Semester 6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Rewrite: satu tanggung jawab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modul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840480" cy="11887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2.5175237488134e+25" dist="1.2587618744067e+25" dir="6.29856e+30">
              <a:srgbClr val="000000">
                <a:alpha val="3e+29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011680"/>
            <a:ext cx="54864" cy="11887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848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🤲  HandTrackingModule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tangan.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Ambil 21 landmarks.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 jari naik/turun.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2011680"/>
            <a:ext cx="3840480" cy="11887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3.197255160993018e+29" dist="1.598627580496509e+29" dir="3.779136e+35">
              <a:srgbClr val="000000">
                <a:alpha val="2.9999999999999997e+34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2011680"/>
            <a:ext cx="54864" cy="1188720"/>
          </a:xfrm>
          <a:prstGeom prst="rect">
            <a:avLst/>
          </a:prstGeom>
          <a:solidFill>
            <a:srgbClr val="A371F7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20848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37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🧠  GestureClassifier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23774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Klasifikasi gestur.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Debounce + hysteresis.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3840480" cy="11887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4.0605140544611325e+33" dist="2.0302570272305663e+33" dir="2.2674816e+40">
              <a:srgbClr val="000000">
                <a:alpha val="3e+39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474720"/>
            <a:ext cx="54864" cy="11887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5478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📈  CoordinateMapper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8404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koordinat.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Smoothing EMA.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Interpolasi.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474720"/>
            <a:ext cx="3840480" cy="11887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5.156852849165638e+37" dist="2.578426424582819e+37" dir="1.36048896e+45">
              <a:srgbClr val="000000">
                <a:alpha val="3e+44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474720"/>
            <a:ext cx="54864" cy="1188720"/>
          </a:xfrm>
          <a:prstGeom prst="rect">
            <a:avLst/>
          </a:prstGeom>
          <a:solidFill>
            <a:srgbClr val="A371F7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35478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371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🞱  MouseController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38404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 mouse.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Click, drag, scroll.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ctypes fallback.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Virtual Mouse — Pengolahan Citra — Semester 6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GestureClassifier: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nggak cuma if-else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840480" cy="13716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03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baru harus bertahan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milidetik sebelum diakui.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Flicker 1-2 frame diabaikan.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2011680"/>
            <a:ext cx="3840480" cy="13716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2103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37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Hysteresis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24231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 ON ≠ batas OFF.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click: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ON: pinch &lt; 28px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OFF: pinch &gt; 35px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3840480" cy="914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703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Hold-time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977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baru aktif setelah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kepalan ditahan 100ms.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Mencegah drag nggak sengaja.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3611880"/>
            <a:ext cx="3840480" cy="914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3703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Hand-lost Grace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3977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Tangan hilang &lt; 4 frame?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dipertahankan.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nggak putus cuma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gara-gara kedip.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Virtual Mouse — Pengolahan Citra — Semester 6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akhir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1463040" cy="1463040"/>
          </a:xfrm>
          <a:prstGeom prst="ellipse">
            <a:avLst/>
          </a:prstGeom>
          <a:solidFill>
            <a:srgbClr val="000000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945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34640" y="2103120"/>
            <a:ext cx="1463040" cy="1463040"/>
          </a:xfrm>
          <a:prstGeom prst="ellipse">
            <a:avLst/>
          </a:prstGeom>
          <a:solidFill>
            <a:srgbClr val="000000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21945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FB9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33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834640" y="3108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2103120"/>
            <a:ext cx="1463040" cy="1463040"/>
          </a:xfrm>
          <a:prstGeom prst="ellipse">
            <a:avLst/>
          </a:prstGeom>
          <a:solidFill>
            <a:srgbClr val="000000"/>
          </a:solidFill>
          <a:ln w="25400">
            <a:solidFill>
              <a:srgbClr val="A371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21945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371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937760" y="3108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stabil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40880" y="2103120"/>
            <a:ext cx="1463040" cy="1463040"/>
          </a:xfrm>
          <a:prstGeom prst="ellipse">
            <a:avLst/>
          </a:prstGeom>
          <a:solidFill>
            <a:srgbClr val="000000"/>
          </a:solidFill>
          <a:ln w="25400">
            <a:solidFill>
              <a:srgbClr val="D299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21945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299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040880" y="3108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pengerjaan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76809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233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Dulu: 1 file, 4 gesture, 0 tests  →  Sekarang: 8 modul, 6 gesture, 33 tests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434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Kalau ada bug? Tinggal tes satu modul. Nggak perlu jalanin webcam.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Virtual Mouse — Pengolahan Citra — Semester 6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8A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saya pelajari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80160" y="1920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Copy-paste bukan akhir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221284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kasih starting point. Tapi hampir selalu ada bug yang baru ketemu pas dipakai beneran. Jangan percaya kode tutorial 100%.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🧪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80160" y="29260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kode = UX juga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321868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nggak lihat kode. Tapi kualitas UX (drag stabil, click nggak spam) langsung dipengaruhi sama struktur kode. Debounce &amp; hysteresis bukan fitur — itu kebutuhan dasar.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80160" y="3931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bisa mati kapan aja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422452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Solutions API dihapus total di versi 0.10.30. Tasks API adalah satu-satunya cara. API deprecation is real — perlu adaptasi.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Virtual Mouse — Pengolahan Citra — Semester 6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0F6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Terima Kasih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3200400" y="2651760"/>
            <a:ext cx="2743200" cy="457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pertanyaan?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Virtual Mouse · Pengolahan Citra · Semester 6 ·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Virtual Mouse — Perjalanan dari Copy Tutorial ke Sistem Modular</dc:title>
  <dc:subject>PptxGenJS Presentation</dc:subject>
  <dc:creator>Raditya</dc:creator>
  <cp:lastModifiedBy>Raditya</cp:lastModifiedBy>
  <cp:revision>1</cp:revision>
  <dcterms:created xsi:type="dcterms:W3CDTF">2026-05-24T14:43:43Z</dcterms:created>
  <dcterms:modified xsi:type="dcterms:W3CDTF">2026-05-24T14:43:43Z</dcterms:modified>
</cp:coreProperties>
</file>